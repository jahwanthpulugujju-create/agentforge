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3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6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514350"/>
            <a:ext cx="2113062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19125"/>
            <a:ext cx="1770162" cy="3619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961816" y="571500"/>
            <a:ext cx="1259384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4216" y="657225"/>
            <a:ext cx="954584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6800" y="2354163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SUBMISSION · ROUND 1</a:t>
            </a:r>
            <a:endParaRPr lang="en-US" sz="1875" dirty="0"/>
          </a:p>
        </p:txBody>
      </p:sp>
      <p:sp>
        <p:nvSpPr>
          <p:cNvPr id="7" name="Text 3"/>
          <p:cNvSpPr/>
          <p:nvPr/>
        </p:nvSpPr>
        <p:spPr>
          <a:xfrm>
            <a:off x="1066800" y="2916138"/>
            <a:ext cx="16639032" cy="1979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r>
              <a:rPr lang="en-US" sz="7800" b="1" kern="0" spc="-234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800" dirty="0"/>
          </a:p>
        </p:txBody>
      </p:sp>
      <p:sp>
        <p:nvSpPr>
          <p:cNvPr id="8" name="Text 4"/>
          <p:cNvSpPr/>
          <p:nvPr/>
        </p:nvSpPr>
        <p:spPr>
          <a:xfrm>
            <a:off x="1066800" y="5143202"/>
            <a:ext cx="10791825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product-innovation hackathon — from idea to MVP to startup. This is your one-page pitch for the Innovation Round.</a:t>
            </a:r>
            <a:endParaRPr lang="en-US" sz="2325" dirty="0"/>
          </a:p>
        </p:txBody>
      </p:sp>
      <p:sp>
        <p:nvSpPr>
          <p:cNvPr id="9" name="Shape 5"/>
          <p:cNvSpPr/>
          <p:nvPr/>
        </p:nvSpPr>
        <p:spPr>
          <a:xfrm>
            <a:off x="1066800" y="6685062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442025" y="6694587"/>
            <a:ext cx="9525" cy="12954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66800" y="7018437"/>
            <a:ext cx="51048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66800" y="7466112"/>
            <a:ext cx="510480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</a:t>
            </a:r>
            <a:r>
              <a:rPr lang="en-US" sz="3000" b="1" kern="0" spc="-30" dirty="0" err="1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Vibers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11826776" y="6694587"/>
            <a:ext cx="9525" cy="12954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451550" y="7018437"/>
            <a:ext cx="51048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51550" y="7466112"/>
            <a:ext cx="510480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BVRIT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836301" y="7018437"/>
            <a:ext cx="55462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· YEAR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1836301" y="7466112"/>
            <a:ext cx="554629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/ 2nd Year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9" name="Text 15"/>
          <p:cNvSpPr/>
          <p:nvPr/>
        </p:nvSpPr>
        <p:spPr>
          <a:xfrm>
            <a:off x="1285875" y="9515475"/>
            <a:ext cx="23770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Ideas. Code. Impact.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373029" y="9515475"/>
            <a:ext cx="92437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smtClean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1800" b="1" kern="0" spc="108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kern="0" spc="108" dirty="0" smtClean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CHALLENGE ARE YOU SOLVING?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1066800" y="3012877"/>
            <a:ext cx="65755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/ DOMAIN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66800" y="3460552"/>
            <a:ext cx="6575502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fontAlgn="base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Developer Tools /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AI-Assisted Coding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325" dirty="0"/>
          </a:p>
        </p:txBody>
      </p:sp>
      <p:sp>
        <p:nvSpPr>
          <p:cNvPr id="8" name="Text 4"/>
          <p:cNvSpPr/>
          <p:nvPr/>
        </p:nvSpPr>
        <p:spPr>
          <a:xfrm>
            <a:off x="1066800" y="4744343"/>
            <a:ext cx="65755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66800" y="5192018"/>
            <a:ext cx="6575502" cy="2250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dirty="0"/>
              <a:t>Student </a:t>
            </a:r>
            <a:r>
              <a:rPr lang="en-US" sz="2800" dirty="0" err="1"/>
              <a:t>devs</a:t>
            </a:r>
            <a:r>
              <a:rPr lang="en-US" sz="2800" dirty="0"/>
              <a:t> and small teams using Copilot/Cursor who keep shipping buggy AI-generated code.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8155632" y="3012877"/>
            <a:ext cx="9065419" cy="6569273"/>
          </a:xfrm>
          <a:prstGeom prst="roundRect">
            <a:avLst>
              <a:gd name="adj" fmla="val 2030"/>
            </a:avLst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41407" y="3460552"/>
            <a:ext cx="83366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 &amp; CONTEXT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41407" y="3889176"/>
            <a:ext cx="8336685" cy="4638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use Copilot daily. It's fast. But last month, our teammate pushed AI-generated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logic that looked fine but had a JWT bypass. We caught it in production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base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AI assistants write code. They don't critique it. No one checks if it's secure, fast, or well-architected before it hits the repo. So we're shipping faster than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ever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but the code quality is dropping. We need an AI that argues with itself before we commit.</a:t>
            </a:r>
          </a:p>
        </p:txBody>
      </p:sp>
      <p:sp>
        <p:nvSpPr>
          <p:cNvPr id="13" name="Shape 9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4" name="Text 10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376452" y="9515475"/>
            <a:ext cx="9209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SOLVE IT?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2637406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3836938" y="2124075"/>
            <a:ext cx="666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2250" dirty="0"/>
          </a:p>
        </p:txBody>
      </p:sp>
      <p:sp>
        <p:nvSpPr>
          <p:cNvPr id="7" name="Shape 3"/>
          <p:cNvSpPr/>
          <p:nvPr/>
        </p:nvSpPr>
        <p:spPr>
          <a:xfrm>
            <a:off x="1066800" y="2936677"/>
            <a:ext cx="16154400" cy="6425984"/>
          </a:xfrm>
          <a:prstGeom prst="roundRect">
            <a:avLst>
              <a:gd name="adj" fmla="val 3241"/>
            </a:avLst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552575" y="3384352"/>
            <a:ext cx="156383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SOLUTION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552575" y="3908226"/>
            <a:ext cx="14519910" cy="5454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AgentForge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coding environment where 6 AI agents review your code like a senior team before you push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base"/>
            <a:r>
              <a:rPr lang="en-US" sz="2800" b="1" dirty="0"/>
              <a:t>What it does:</a:t>
            </a:r>
            <a:endParaRPr lang="en-US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/>
              <a:t>You type a feature request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/>
              <a:t>Six agents kick in: </a:t>
            </a:r>
            <a:r>
              <a:rPr lang="en-US" sz="2800" b="1" dirty="0"/>
              <a:t>Architect</a:t>
            </a:r>
            <a:r>
              <a:rPr lang="en-US" sz="2800" dirty="0"/>
              <a:t>, </a:t>
            </a:r>
            <a:r>
              <a:rPr lang="en-US" sz="2800" b="1" dirty="0"/>
              <a:t>Coder</a:t>
            </a:r>
            <a:r>
              <a:rPr lang="en-US" sz="2800" dirty="0"/>
              <a:t>, </a:t>
            </a:r>
            <a:r>
              <a:rPr lang="en-US" sz="2800" b="1" dirty="0"/>
              <a:t>Security</a:t>
            </a:r>
            <a:r>
              <a:rPr lang="en-US" sz="2800" dirty="0"/>
              <a:t>, </a:t>
            </a:r>
            <a:r>
              <a:rPr lang="en-US" sz="2800" b="1" dirty="0"/>
              <a:t>Performance</a:t>
            </a:r>
            <a:r>
              <a:rPr lang="en-US" sz="2800" dirty="0"/>
              <a:t>, </a:t>
            </a:r>
            <a:r>
              <a:rPr lang="en-US" sz="2800" b="1" dirty="0"/>
              <a:t>Reviewer</a:t>
            </a:r>
            <a:r>
              <a:rPr lang="en-US" sz="2800" dirty="0"/>
              <a:t>, </a:t>
            </a:r>
            <a:r>
              <a:rPr lang="en-US" sz="2800" b="1" dirty="0"/>
              <a:t>Devil's Advocate</a:t>
            </a:r>
            <a:endParaRPr lang="en-US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/>
              <a:t>They debate in a live "War Room" you can watch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/>
              <a:t>They vote. If Security + Performance reject it, back to Architect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dirty="0"/>
              <a:t>Final code auto-generates a GitHub PR with full debate log</a:t>
            </a:r>
          </a:p>
          <a:p>
            <a:pPr fontAlgn="base"/>
            <a:r>
              <a:rPr lang="en-US" sz="2800" b="1" dirty="0"/>
              <a:t>How it solves:</a:t>
            </a:r>
            <a:r>
              <a:rPr lang="en-US" sz="2800" dirty="0"/>
              <a:t> Instead of one AI completing code blindly, you get six perspectives attacking it from different angles. Bugs get caught before commit, not in prod.</a:t>
            </a:r>
          </a:p>
          <a:p>
            <a:pPr fontAlgn="base"/>
            <a:r>
              <a:rPr lang="en-US" sz="2800" b="1" dirty="0"/>
              <a:t>Key value prop:</a:t>
            </a:r>
            <a:r>
              <a:rPr lang="en-US" sz="2800" dirty="0"/>
              <a:t> Ship faster </a:t>
            </a:r>
            <a:r>
              <a:rPr lang="en-US" sz="2800" i="1" dirty="0"/>
              <a:t>and</a:t>
            </a:r>
            <a:r>
              <a:rPr lang="en-US" sz="2800" dirty="0"/>
              <a:t> safer. Learn by watching senior-level AI debates.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5" name="Text 11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6369457" y="9515475"/>
            <a:ext cx="9279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SOLVE IT?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2637406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3836938" y="2124075"/>
            <a:ext cx="7118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2250" dirty="0"/>
          </a:p>
        </p:txBody>
      </p:sp>
      <p:sp>
        <p:nvSpPr>
          <p:cNvPr id="7" name="Shape 3"/>
          <p:cNvSpPr/>
          <p:nvPr/>
        </p:nvSpPr>
        <p:spPr>
          <a:xfrm>
            <a:off x="1066800" y="2936677"/>
            <a:ext cx="16154400" cy="5943600"/>
          </a:xfrm>
          <a:prstGeom prst="roundRect">
            <a:avLst>
              <a:gd name="adj" fmla="val 2244"/>
            </a:avLst>
          </a:prstGeom>
          <a:solidFill>
            <a:srgbClr val="F4F7FB"/>
          </a:solidFill>
          <a:ln w="9525">
            <a:solidFill>
              <a:srgbClr val="C7D6E6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>
            <a:off x="1552575" y="3384352"/>
            <a:ext cx="156383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ROOM — OPTIONAL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552575" y="3812976"/>
            <a:ext cx="14519910" cy="4794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ask: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"Build a Node.js login with JWT."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Architect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designs the API contract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Coder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writes the Express handler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flags: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"No rate limiting. Brute force risk."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adds: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bcrypt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at 12 rounds = 300ms. Drop to 10."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Devil's Advocate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"Why JWT? Session cookies are safer."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Reviewer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"Missing validation and tests."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Coder fixes everything. Agents vote again. Consensus reached. PR generated with clean code + tests + full log.</a:t>
            </a:r>
          </a:p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isn't code completion. It's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code assurance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Shape 6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1" name="Text 7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373773" y="9515475"/>
            <a:ext cx="9236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TECHNOLOGY POWERS IT?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Components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1102573" y="2675742"/>
            <a:ext cx="816055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66800" y="3441502"/>
            <a:ext cx="816055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325" dirty="0"/>
          </a:p>
        </p:txBody>
      </p:sp>
      <p:sp>
        <p:nvSpPr>
          <p:cNvPr id="8" name="Text 4"/>
          <p:cNvSpPr/>
          <p:nvPr/>
        </p:nvSpPr>
        <p:spPr>
          <a:xfrm>
            <a:off x="990600" y="6933417"/>
            <a:ext cx="816055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90600" y="7308385"/>
            <a:ext cx="7271085" cy="2596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sz="2200" dirty="0"/>
              <a:t>Users have GitHub repos and grant OAuth PR permissions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200" dirty="0"/>
              <a:t>LLM costs keep dropping (~$0.50 per full run for 200 lines)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200" dirty="0"/>
              <a:t>Agent consensus converges in 3-4 voting rounds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200" dirty="0" err="1"/>
              <a:t>Devs</a:t>
            </a:r>
            <a:r>
              <a:rPr lang="en-US" sz="2200" dirty="0"/>
              <a:t> prefer watching debates over reading static reports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200" dirty="0"/>
              <a:t>Target users (students, indie </a:t>
            </a:r>
            <a:r>
              <a:rPr lang="en-US" sz="2200" dirty="0" err="1"/>
              <a:t>devs</a:t>
            </a:r>
            <a:r>
              <a:rPr lang="en-US" sz="2200" dirty="0"/>
              <a:t>) want to learn from agent explanations</a:t>
            </a:r>
          </a:p>
        </p:txBody>
      </p:sp>
      <p:sp>
        <p:nvSpPr>
          <p:cNvPr id="11" name="Text 7"/>
          <p:cNvSpPr/>
          <p:nvPr/>
        </p:nvSpPr>
        <p:spPr>
          <a:xfrm>
            <a:off x="12246508" y="8803176"/>
            <a:ext cx="3165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325" b="1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4" name="Text 10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365141" y="9515475"/>
            <a:ext cx="9322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893655"/>
              </p:ext>
            </p:extLst>
          </p:nvPr>
        </p:nvGraphicFramePr>
        <p:xfrm>
          <a:off x="1026373" y="3012877"/>
          <a:ext cx="7864642" cy="376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127">
                  <a:extLst>
                    <a:ext uri="{9D8B030D-6E8A-4147-A177-3AD203B41FA5}">
                      <a16:colId xmlns:a16="http://schemas.microsoft.com/office/drawing/2014/main" val="3543863203"/>
                    </a:ext>
                  </a:extLst>
                </a:gridCol>
                <a:gridCol w="5652515">
                  <a:extLst>
                    <a:ext uri="{9D8B030D-6E8A-4147-A177-3AD203B41FA5}">
                      <a16:colId xmlns:a16="http://schemas.microsoft.com/office/drawing/2014/main" val="4039318443"/>
                    </a:ext>
                  </a:extLst>
                </a:gridCol>
              </a:tblGrid>
              <a:tr h="44709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965474"/>
                  </a:ext>
                </a:extLst>
              </a:tr>
              <a:tr h="44709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 Orchestration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CrewAI</a:t>
                      </a:r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18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LangGraph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4910"/>
                  </a:ext>
                </a:extLst>
              </a:tr>
              <a:tr h="447090"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Gemini 1.5 Pro (architecture), Claude 3.5 (coding), </a:t>
                      </a:r>
                      <a:r>
                        <a:rPr lang="en-US" sz="18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CodeLlama</a:t>
                      </a:r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13B (security)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993467"/>
                  </a:ext>
                </a:extLst>
              </a:tr>
              <a:tr h="44709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Sandbox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 for isolated testing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94498"/>
                  </a:ext>
                </a:extLst>
              </a:tr>
              <a:tr h="44709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 + </a:t>
                      </a:r>
                      <a:r>
                        <a:rPr lang="en-US" sz="18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</a:t>
                      </a:r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(live War Room)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275951"/>
                  </a:ext>
                </a:extLst>
              </a:tr>
              <a:tr h="44709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Analysis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Tree-sitter (AST), custom OWASP engine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666183"/>
                  </a:ext>
                </a:extLst>
              </a:tr>
              <a:tr h="44709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Integration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 API for PRs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136563"/>
                  </a:ext>
                </a:extLst>
              </a:tr>
              <a:tr h="44709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PostgreSQL + </a:t>
                      </a:r>
                      <a:r>
                        <a:rPr lang="en-US" sz="18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Redis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244101"/>
                  </a:ext>
                </a:extLst>
              </a:tr>
            </a:tbl>
          </a:graphicData>
        </a:graphic>
      </p:graphicFrame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3576" y="1122463"/>
            <a:ext cx="7283824" cy="75505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STAND OUT?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4950" dirty="0"/>
          </a:p>
        </p:txBody>
      </p:sp>
      <p:sp>
        <p:nvSpPr>
          <p:cNvPr id="6" name="Shape 2"/>
          <p:cNvSpPr/>
          <p:nvPr/>
        </p:nvSpPr>
        <p:spPr>
          <a:xfrm>
            <a:off x="1066800" y="3012877"/>
            <a:ext cx="5194250" cy="6131123"/>
          </a:xfrm>
          <a:prstGeom prst="roundRect">
            <a:avLst>
              <a:gd name="adj" fmla="val 2934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76375" y="3441502"/>
            <a:ext cx="457200" cy="571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8" name="Text 4"/>
          <p:cNvSpPr/>
          <p:nvPr/>
        </p:nvSpPr>
        <p:spPr>
          <a:xfrm>
            <a:off x="1476375" y="3784402"/>
            <a:ext cx="45063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476375" y="4308277"/>
            <a:ext cx="45063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alternatives in the market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76375" y="4889301"/>
            <a:ext cx="4506353" cy="3087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/>
              <a:t>Copilot</a:t>
            </a:r>
            <a:r>
              <a:rPr lang="en-US" sz="2400" dirty="0"/>
              <a:t> </a:t>
            </a:r>
            <a:r>
              <a:rPr lang="en-US" sz="2400" dirty="0" smtClean="0"/>
              <a:t>: </a:t>
            </a:r>
            <a:r>
              <a:rPr lang="en-US" sz="2400" dirty="0"/>
              <a:t>Inline suggestions. No review, no security check.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/>
              <a:t>Cursor</a:t>
            </a:r>
            <a:r>
              <a:rPr lang="en-US" sz="2400" dirty="0"/>
              <a:t> </a:t>
            </a:r>
            <a:r>
              <a:rPr lang="en-US" sz="2400" dirty="0" smtClean="0"/>
              <a:t>: </a:t>
            </a:r>
            <a:r>
              <a:rPr lang="en-US" sz="2400" dirty="0"/>
              <a:t>Chat in IDE. Still one assistant, no benchmarking.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 err="1"/>
              <a:t>SonarQube</a:t>
            </a:r>
            <a:r>
              <a:rPr lang="en-US" sz="2400" dirty="0"/>
              <a:t> </a:t>
            </a:r>
            <a:r>
              <a:rPr lang="en-US" sz="2400" dirty="0" smtClean="0"/>
              <a:t>: </a:t>
            </a:r>
            <a:r>
              <a:rPr lang="en-US" sz="2400" dirty="0"/>
              <a:t>Post-commit analysis. Too late.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 err="1"/>
              <a:t>CodeWhisperer</a:t>
            </a:r>
            <a:r>
              <a:rPr lang="en-US" sz="2400" dirty="0"/>
              <a:t> </a:t>
            </a:r>
            <a:r>
              <a:rPr lang="en-US" sz="2400" dirty="0" smtClean="0"/>
              <a:t>: </a:t>
            </a:r>
            <a:r>
              <a:rPr lang="en-US" sz="2400" dirty="0"/>
              <a:t>AWS-only security scans. No debate or architecture.</a:t>
            </a:r>
          </a:p>
        </p:txBody>
      </p:sp>
      <p:sp>
        <p:nvSpPr>
          <p:cNvPr id="11" name="Shape 7"/>
          <p:cNvSpPr/>
          <p:nvPr/>
        </p:nvSpPr>
        <p:spPr>
          <a:xfrm>
            <a:off x="6546800" y="3012877"/>
            <a:ext cx="5194250" cy="6131123"/>
          </a:xfrm>
          <a:prstGeom prst="roundRect">
            <a:avLst>
              <a:gd name="adj" fmla="val 2934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56375" y="3441502"/>
            <a:ext cx="457200" cy="571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13" name="Text 9"/>
          <p:cNvSpPr/>
          <p:nvPr/>
        </p:nvSpPr>
        <p:spPr>
          <a:xfrm>
            <a:off x="6956375" y="3784402"/>
            <a:ext cx="45063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&amp; Limitations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6956375" y="4308277"/>
            <a:ext cx="45063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fail to address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56375" y="4889301"/>
            <a:ext cx="4506353" cy="3472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Single-assistant tools don't simulate team review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Security tools run after </a:t>
            </a:r>
            <a:r>
              <a:rPr lang="en-US" sz="2400" dirty="0" smtClean="0"/>
              <a:t>commit </a:t>
            </a:r>
            <a:r>
              <a:rPr lang="en-US" sz="2400" dirty="0"/>
              <a:t>damage is done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None explain </a:t>
            </a:r>
            <a:r>
              <a:rPr lang="en-US" sz="2400" i="1" dirty="0"/>
              <a:t>why</a:t>
            </a:r>
            <a:r>
              <a:rPr lang="en-US" sz="2400" dirty="0"/>
              <a:t> in real-time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No tool combines architecture + coding + security + performance + critique in one loop</a:t>
            </a:r>
          </a:p>
        </p:txBody>
      </p:sp>
      <p:sp>
        <p:nvSpPr>
          <p:cNvPr id="16" name="Shape 12"/>
          <p:cNvSpPr/>
          <p:nvPr/>
        </p:nvSpPr>
        <p:spPr>
          <a:xfrm>
            <a:off x="12026801" y="3012877"/>
            <a:ext cx="5194250" cy="6131123"/>
          </a:xfrm>
          <a:prstGeom prst="roundRect">
            <a:avLst>
              <a:gd name="adj" fmla="val 2934"/>
            </a:avLst>
          </a:prstGeom>
          <a:solidFill>
            <a:srgbClr val="004C86"/>
          </a:solidFill>
          <a:ln w="9525">
            <a:solidFill>
              <a:srgbClr val="004C8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436376" y="3441502"/>
            <a:ext cx="457200" cy="57150"/>
          </a:xfrm>
          <a:prstGeom prst="roundRect">
            <a:avLst>
              <a:gd name="adj" fmla="val 50000"/>
            </a:avLst>
          </a:prstGeom>
          <a:solidFill>
            <a:srgbClr val="F56426"/>
          </a:solidFill>
          <a:ln/>
        </p:spPr>
      </p:sp>
      <p:sp>
        <p:nvSpPr>
          <p:cNvPr id="18" name="Text 14"/>
          <p:cNvSpPr/>
          <p:nvPr/>
        </p:nvSpPr>
        <p:spPr>
          <a:xfrm>
            <a:off x="12436376" y="3784402"/>
            <a:ext cx="45063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Differentiation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12436376" y="4308277"/>
            <a:ext cx="45063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your solution wins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2344400" y="4584502"/>
            <a:ext cx="4598329" cy="4282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fontAlgn="base"/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AgentForge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treats coding as a team sport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fontAlgn="base"/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Six agents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catch what one misses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Pre-commit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assurance, not post-mortem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Live War Room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— learn from senior-level debates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GitHub-native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— improves your PRs, doesn't replace workflow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Personality agents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— "The Paranoid" security agent, "The Speed Demon" performance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agent</a:t>
            </a:r>
          </a:p>
          <a:p>
            <a:pPr fontAlgn="base"/>
            <a:endParaRPr lang="en-US" dirty="0"/>
          </a:p>
          <a:p>
            <a:pPr fontAlgn="base"/>
            <a:r>
              <a:rPr lang="en-US" dirty="0">
                <a:solidFill>
                  <a:srgbClr val="FFC000"/>
                </a:solidFill>
              </a:rPr>
              <a:t>Copilot asks: </a:t>
            </a:r>
            <a:r>
              <a:rPr lang="en-US" i="1" dirty="0">
                <a:solidFill>
                  <a:srgbClr val="FFC000"/>
                </a:solidFill>
              </a:rPr>
              <a:t>"How do I complete this line?"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AgentForge</a:t>
            </a:r>
            <a:r>
              <a:rPr lang="en-US" dirty="0">
                <a:solidFill>
                  <a:srgbClr val="FFC000"/>
                </a:solidFill>
              </a:rPr>
              <a:t> asks: </a:t>
            </a:r>
            <a:r>
              <a:rPr lang="en-US" i="1" dirty="0">
                <a:solidFill>
                  <a:srgbClr val="FFC000"/>
                </a:solidFill>
              </a:rPr>
              <a:t>"Should we even write it this way?"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21" name="Shape 17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22" name="Text 18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6387614" y="9515475"/>
            <a:ext cx="9097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kern="0" spc="108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514350"/>
            <a:ext cx="2113062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19125"/>
            <a:ext cx="1770162" cy="3619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961816" y="571500"/>
            <a:ext cx="1259384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4216" y="657225"/>
            <a:ext cx="954584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6800" y="3834854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75" dirty="0"/>
          </a:p>
        </p:txBody>
      </p:sp>
      <p:sp>
        <p:nvSpPr>
          <p:cNvPr id="7" name="Text 3"/>
          <p:cNvSpPr/>
          <p:nvPr/>
        </p:nvSpPr>
        <p:spPr>
          <a:xfrm>
            <a:off x="1066800" y="4396829"/>
            <a:ext cx="16639032" cy="100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r>
              <a:rPr lang="en-US" sz="7800" b="1" kern="0" spc="-234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800" dirty="0"/>
          </a:p>
        </p:txBody>
      </p:sp>
      <p:sp>
        <p:nvSpPr>
          <p:cNvPr id="8" name="Text 4"/>
          <p:cNvSpPr/>
          <p:nvPr/>
        </p:nvSpPr>
        <p:spPr>
          <a:xfrm>
            <a:off x="1066800" y="5653236"/>
            <a:ext cx="11438238" cy="1884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fontAlgn="base"/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We're three </a:t>
            </a:r>
            <a:r>
              <a:rPr lang="en-US" sz="28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devs</a:t>
            </a:r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who push AI-generated code daily — and we've been burned by it. </a:t>
            </a:r>
            <a:r>
              <a:rPr lang="en-US" sz="28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AgentForge</a:t>
            </a:r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is the tool we wish we had last semester</a:t>
            </a:r>
            <a:r>
              <a:rPr lang="en-US" sz="6600" dirty="0" smtClean="0">
                <a:solidFill>
                  <a:srgbClr val="FF0000"/>
                </a:solidFill>
              </a:rPr>
              <a:t>.</a:t>
            </a:r>
          </a:p>
          <a:p>
            <a:pPr fontAlgn="base"/>
            <a:endParaRPr lang="en-US" sz="2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fontAlgn="base"/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 don't want to slow down. We want to </a:t>
            </a:r>
            <a:r>
              <a:rPr lang="en-US" sz="2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speed up confidence</a:t>
            </a:r>
            <a:r>
              <a:rPr lang="en-US" sz="5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9" name="Shape 5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0" name="Text 6"/>
          <p:cNvSpPr/>
          <p:nvPr/>
        </p:nvSpPr>
        <p:spPr>
          <a:xfrm>
            <a:off x="1285875" y="9515475"/>
            <a:ext cx="23770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Ideas. Code. Impact.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369754" y="9515475"/>
            <a:ext cx="9276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smtClean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r>
              <a:rPr lang="en-US" sz="1800" b="1" kern="0" spc="108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kern="0" spc="108" dirty="0" smtClean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831</Words>
  <Application>Microsoft Office PowerPoint</Application>
  <PresentationFormat>Custom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10</cp:revision>
  <dcterms:created xsi:type="dcterms:W3CDTF">2026-06-10T07:22:02Z</dcterms:created>
  <dcterms:modified xsi:type="dcterms:W3CDTF">2026-06-16T17:47:13Z</dcterms:modified>
</cp:coreProperties>
</file>